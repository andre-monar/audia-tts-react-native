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73152" cy="292608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PDFReader TTS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6576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Técnica do Projeto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 •  Expo Speech  •  PDF.js  •  2025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André  •  Vinícius  •  Samar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2103120" cy="2560320"/>
          </a:xfrm>
          <a:prstGeom prst="rect">
            <a:avLst/>
          </a:prstGeom>
          <a:solidFill>
            <a:srgbClr val="1C213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Screen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de PDF,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e navegação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68880" y="2377440"/>
            <a:ext cx="274320" cy="36576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1188720"/>
            <a:ext cx="2103120" cy="2560320"/>
          </a:xfrm>
          <a:prstGeom prst="rect">
            <a:avLst/>
          </a:prstGeom>
          <a:solidFill>
            <a:srgbClr val="1C213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325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Extractor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210312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PDF.js via WebView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 texto bruto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377440"/>
            <a:ext cx="274320" cy="36576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1188720"/>
            <a:ext cx="2103120" cy="2560320"/>
          </a:xfrm>
          <a:prstGeom prst="rect">
            <a:avLst/>
          </a:prstGeom>
          <a:solidFill>
            <a:srgbClr val="1C213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325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Scraping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André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10312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 texto bruto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Markdown limpo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40880" y="2377440"/>
            <a:ext cx="274320" cy="36576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1188720"/>
            <a:ext cx="2103120" cy="2560320"/>
          </a:xfrm>
          <a:prstGeom prst="rect">
            <a:avLst/>
          </a:prstGeom>
          <a:solidFill>
            <a:srgbClr val="1C213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325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Screen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0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Vinícius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0" y="210312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parágrafos, anima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e negrita palavras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Fluxo: PDF → Texto bruto → Markdown → Parágrafos falados + Linhas animadas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do React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43000"/>
            <a:ext cx="4114800" cy="1463040"/>
          </a:xfrm>
          <a:prstGeom prst="rect">
            <a:avLst/>
          </a:prstGeom>
          <a:solidFill>
            <a:srgbClr val="1C213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61848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 valores que causam re-render. Ex: lines[], activeWord.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muda, a tela redesenha automaticamente.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788920"/>
            <a:ext cx="4114800" cy="1463040"/>
          </a:xfrm>
          <a:prstGeom prst="rect">
            <a:avLst/>
          </a:prstGeom>
          <a:solidFill>
            <a:srgbClr val="1C213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8803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useRef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326440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 valores sem causar re-render. Ex: linesRef, activeWordRef.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em callbacks assíncronos onde o state congela (closure stale).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114800" cy="1463040"/>
          </a:xfrm>
          <a:prstGeom prst="rect">
            <a:avLst/>
          </a:prstGeom>
          <a:solidFill>
            <a:srgbClr val="1C213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234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161848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após o render. Ex: init() carrega linhas e inicia o Speech.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return faz limpeza ao desmontar (stopSpeaking).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788920"/>
            <a:ext cx="4114800" cy="1463040"/>
          </a:xfrm>
          <a:prstGeom prst="rect">
            <a:avLst/>
          </a:prstGeom>
          <a:solidFill>
            <a:srgbClr val="1C213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8803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useCallback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326440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Memoriza funções para não recriar a cada render. Ex: speakCurrentLine.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que callbacks antigos sejam usados nos timers.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Regra: state → tela vê e re-renderiza   |   ref → callbacks leem em tempo real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dos 7 Arrays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43000"/>
            <a:ext cx="502920" cy="402336"/>
          </a:xfrm>
          <a:prstGeom prst="rect">
            <a:avLst/>
          </a:prstGeom>
          <a:solidFill>
            <a:srgbClr val="1C213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86968" y="1143000"/>
            <a:ext cx="2743200" cy="402336"/>
          </a:xfrm>
          <a:prstGeom prst="rect">
            <a:avLst/>
          </a:prstGeom>
          <a:solidFill>
            <a:srgbClr val="1C213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143000"/>
            <a:ext cx="2743200" cy="40233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 (acima)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49040" y="1188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animada pra cima com fade out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502920" cy="402336"/>
          </a:xfrm>
          <a:prstGeom prst="rect">
            <a:avLst/>
          </a:prstGeom>
          <a:solidFill>
            <a:srgbClr val="111318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86968" y="1645920"/>
            <a:ext cx="2743200" cy="402336"/>
          </a:xfrm>
          <a:prstGeom prst="rect">
            <a:avLst/>
          </a:prstGeom>
          <a:solidFill>
            <a:srgbClr val="111318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1645920"/>
            <a:ext cx="2743200" cy="40233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anterior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904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 out ao sair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502920" cy="402336"/>
          </a:xfrm>
          <a:prstGeom prst="rect">
            <a:avLst/>
          </a:prstGeom>
          <a:solidFill>
            <a:srgbClr val="1C213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14884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6968" y="2148840"/>
            <a:ext cx="2743200" cy="402336"/>
          </a:xfrm>
          <a:prstGeom prst="rect">
            <a:avLst/>
          </a:prstGeom>
          <a:solidFill>
            <a:srgbClr val="1C213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2148840"/>
            <a:ext cx="2743200" cy="40233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anterior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49040" y="2194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651760"/>
            <a:ext cx="502920" cy="402336"/>
          </a:xfrm>
          <a:prstGeom prst="rect">
            <a:avLst/>
          </a:prstGeom>
          <a:solidFill>
            <a:srgbClr val="34D399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65176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86968" y="2651760"/>
            <a:ext cx="2743200" cy="402336"/>
          </a:xfrm>
          <a:prstGeom prst="rect">
            <a:avLst/>
          </a:prstGeom>
          <a:solidFill>
            <a:srgbClr val="34D399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2651760"/>
            <a:ext cx="2743200" cy="40233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ATIVA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49040" y="2697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no centro — palavra em negrito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154680"/>
            <a:ext cx="502920" cy="402336"/>
          </a:xfrm>
          <a:prstGeom prst="rect">
            <a:avLst/>
          </a:prstGeom>
          <a:solidFill>
            <a:srgbClr val="1C213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15468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86968" y="3154680"/>
            <a:ext cx="2743200" cy="402336"/>
          </a:xfrm>
          <a:prstGeom prst="rect">
            <a:avLst/>
          </a:prstGeom>
          <a:solidFill>
            <a:srgbClr val="1C213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" y="3154680"/>
            <a:ext cx="2743200" cy="40233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linha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49040" y="3200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657600"/>
            <a:ext cx="502920" cy="402336"/>
          </a:xfrm>
          <a:prstGeom prst="rect">
            <a:avLst/>
          </a:prstGeom>
          <a:solidFill>
            <a:srgbClr val="111318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65760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86968" y="3657600"/>
            <a:ext cx="2743200" cy="402336"/>
          </a:xfrm>
          <a:prstGeom prst="rect">
            <a:avLst/>
          </a:prstGeom>
          <a:solidFill>
            <a:srgbClr val="111318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6968" y="3657600"/>
            <a:ext cx="2743200" cy="40233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linha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749040" y="3703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 in ao entrar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160520"/>
            <a:ext cx="502920" cy="402336"/>
          </a:xfrm>
          <a:prstGeom prst="rect">
            <a:avLst/>
          </a:prstGeom>
          <a:solidFill>
            <a:srgbClr val="1C213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16052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86968" y="4160520"/>
            <a:ext cx="2743200" cy="402336"/>
          </a:xfrm>
          <a:prstGeom prst="rect">
            <a:avLst/>
          </a:prstGeom>
          <a:solidFill>
            <a:srgbClr val="1C213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6968" y="4160520"/>
            <a:ext cx="2743200" cy="40233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 (abaixo)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749040" y="4206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— entra com fade in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useSpeechManager ↔ TTSScreen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88720"/>
            <a:ext cx="3200400" cy="3200400"/>
          </a:xfrm>
          <a:prstGeom prst="rect">
            <a:avLst/>
          </a:prstGeom>
          <a:solidFill>
            <a:srgbClr val="1C213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TTSScreen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834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speakParagraph(p, callbacks)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togglePause()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stopSpeaking()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isPaused  (state)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0" y="1188720"/>
            <a:ext cx="3200400" cy="3200400"/>
          </a:xfrm>
          <a:prstGeom prst="rect">
            <a:avLst/>
          </a:prstGeom>
          <a:solidFill>
            <a:srgbClr val="1C213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0" y="1188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useSpeechManager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06440" y="169164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_speak(paragraph, callbacks, startFrom)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Speech.speak(text)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onBoundary → charIndex → wordIdx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onDone → onParagraphEnd()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2103120"/>
            <a:ext cx="1097280" cy="36576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828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speakParagraph →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0" y="2926080"/>
            <a:ext cx="1097280" cy="36576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30175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onWordChange(idx)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0" y="3749040"/>
            <a:ext cx="1097280" cy="3657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3840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onParagraphEnd()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TTSScreen não sabe de áudio. O Speech não sabe de linhas visuais.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Extractor &amp; AI Scraping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43000"/>
            <a:ext cx="4023360" cy="3474720"/>
          </a:xfrm>
          <a:prstGeom prst="rect">
            <a:avLst/>
          </a:prstGeom>
          <a:solidFill>
            <a:srgbClr val="1C213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Extractor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usePdfExtractor() (hook React)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WebView oculta com PDF.js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PDF → base64 via FileSystem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injectJavaScript envia pro PDF.js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PDF.js extrai texto por página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postMessage devolve o texto bruto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Promise resolve com a string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nativo não disponível no Expo Go 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com WebView + PDF.js CDN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143000"/>
            <a:ext cx="4023360" cy="3474720"/>
          </a:xfrm>
          <a:prstGeom prst="rect">
            <a:avLst/>
          </a:prstGeom>
          <a:solidFill>
            <a:srgbClr val="1C213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143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Scraping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rawTextToMarkdown(rawText)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Limpa quebras de página (\f)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Remove números de página soltos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Junta frases hifenizadas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Classifica linhas: h1 / h2 / h3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Retorna Markdown com \n entre linhas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pura — sem API externa.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expo-speech — Como Usamos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43000"/>
            <a:ext cx="4023360" cy="1600200"/>
          </a:xfrm>
          <a:prstGeom prst="rect">
            <a:avLst/>
          </a:prstGeom>
          <a:solidFill>
            <a:srgbClr val="1C213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Speech.speak(text, options)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o texto do parágrafo inteiro. Fala de uma só vez sem interrupções entre linhas — zero delay visual.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143000"/>
            <a:ext cx="4023360" cy="1600200"/>
          </a:xfrm>
          <a:prstGeom prst="rect">
            <a:avLst/>
          </a:prstGeom>
          <a:solidFill>
            <a:srgbClr val="1C213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234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onBoundary(e.charIndex)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6459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 a cada palavra. Usamos wordStartIndices[] para converter charIndex → índice da palavra. Problema de closure resolvido com isPausedRef.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4023360" cy="1600200"/>
          </a:xfrm>
          <a:prstGeom prst="rect">
            <a:avLst/>
          </a:prstGeom>
          <a:solidFill>
            <a:srgbClr val="1C213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017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onDone → onParagraphEnd()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4290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parágrafo termina, o Speech avisa o TTSScreen que pode avançar a linha visual e iniciar o próximo parágrafo.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926080"/>
            <a:ext cx="4023360" cy="1600200"/>
          </a:xfrm>
          <a:prstGeom prst="rect">
            <a:avLst/>
          </a:prstGeom>
          <a:solidFill>
            <a:srgbClr val="1C2130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017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no Android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34290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Speech.pause() não funciona no Android. Solução: Speech.stop() salva currentWordIdx. Ao retomar, faz slice das palavras restantes e fala só o trecho.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73152" cy="164592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6576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PDFReader TTS  •  André, Vinícius &amp; Samar  •  2025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3200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 •  Expo  •  PDF.js  •  expo-speech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PDFReader TTS — Documentação Técnica</dc:title>
  <dc:subject>PptxGenJS Presentation</dc:subject>
  <dc:creator>PptxGenJS</dc:creator>
  <cp:lastModifiedBy>PptxGenJS</cp:lastModifiedBy>
  <cp:revision>1</cp:revision>
  <dcterms:created xsi:type="dcterms:W3CDTF">2026-05-17T01:37:17Z</dcterms:created>
  <dcterms:modified xsi:type="dcterms:W3CDTF">2026-05-17T01:37:17Z</dcterms:modified>
</cp:coreProperties>
</file>